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HappyRobot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Carrier</a:t>
            </a:r>
            <a:endParaRPr lang="en-US" sz="5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Automation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AI solution for Acme Logistics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HappyRobot · April 2026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every inbound carrier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 handled manually.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inconsistent outcomes, capped capacity, and zero visibility after the call ends.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 avg call  ·  57% booking rate  ·  24/7 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Verification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collects the carrier's MC number and verifies FMCSA eligibility in real time before any load is offered.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by origin city, equipment type, and availability — with automatic fallback if no exact match is found.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30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Negotiate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presents the best matching load with rate, fuel estimate, and commodity detail. Handles up to three rounds of negotiation.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Confirm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agreement, the load is instantly booked and a confirmation email is sent to the carrier automatically.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487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&amp; Waitlist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715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booking, agent offers a return load. If no match, carrier is added to a lane waitlist for future callback.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630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858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post-call AI node reads the full transcript and extracts structured data — outcome, rates, sentiment — logged automatically.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Calls Don't Scale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problems with the current 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takes 8–12 minutes. A team of five brokers handling 50+ calls per day has no time left for anything else.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quality depends on who answers. New reps close differently from experienced brokers. Margins leak unpredictably.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After-Hours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call evenings and weekends. Every unanswered call is a missed booking. No system. No fallback. No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0" cy="2926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463040"/>
            <a:ext cx="0" cy="2926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 call.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every load.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clock.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HappyRobot replaces the manual call process with an AI voice agent that handles verification, matching, negotiation, and booking — without human intervention.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Qualify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FMCSA eligibility on every call. Recognises returning carriers by name and references their last booked lane.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Load Matching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origin, equipment, and date. Relaxes filters automatically when no exact match is found.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Negotiation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intelligently across up to 3 rounds. Never matches the carrier's ask directly. Closes within 10% of the loadboard rate.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Planning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booking, searches for a return load from the delivery city — proactively maximising driver utilisation.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&amp; Rate Hold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loads? Adds carrier to the lane waitlist. Rate gap? Saves as a rate hold and flags when budget aligns.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Analysis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outcome, rates, negotiation count, and sentiment from the full transcript — structured data, every call.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097280"/>
            <a:ext cx="0" cy="3200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097280"/>
            <a:ext cx="0" cy="3200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Visibility. Real-Time.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generates structured data. The HappyRobot analytics dashboard — built custom, not from the platform's default analytics — gives Acme Logistics complete operational visibility.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031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rate, revenue booked vs. at risk, rate compression, daily call volume trend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74320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routes ranked by calls, conversion rate, and average agreed rate vs. loadboard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38328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carrier MC, booking history, returning carrier recognition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0233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4279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loads, waitlist entries, rate holds, and callback matches in a live operations tab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0972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0972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152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029200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0116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0116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066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02920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call duration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9260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809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029200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logged automatically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8404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38404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8953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mos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5029200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negotiation data, visible in one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0" cy="3749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inbound carrier calls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calls handled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adding headcount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evenings and weekends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0" cy="1691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05840"/>
            <a:ext cx="0" cy="1691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HappyRobot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HappyRobot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hours / 7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min per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After-hours bookings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Post-call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Automated, structured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through a real call end-to-end — carrier calls in, agent verifies, searches, negotiates, and books.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to Acme Logistics' load data and calibrate the agent's rate strategy and lane preferences.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inbound traffic. Full analytics from call one. Typically live within one week of sign-off.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691640"/>
            <a:ext cx="0" cy="283464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691640"/>
            <a:ext cx="0" cy="283464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548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hello@happyrobot.ai  ·  happyrobot.ai  ·  HappyRobot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2026-04-21T07:49:04Z</dcterms:created>
  <dcterms:modified xsi:type="dcterms:W3CDTF">2026-04-21T07:49:04Z</dcterms:modified>
</cp:coreProperties>
</file>